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66560" y="731520"/>
            <a:ext cx="4663440" cy="53949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o_atel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868680"/>
            <a:ext cx="43891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3931920"/>
            <a:ext cx="4389120" cy="2011680"/>
          </a:xfrm>
          <a:prstGeom prst="roundRect">
            <a:avLst/>
          </a:prstGeom>
          <a:solidFill>
            <a:srgbClr val="2E164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LIVE MVP / PROTOTYPE URL: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https://stitchable.vercel.app/</a:t>
            </a:r>
          </a:p>
          <a:p>
            <a:pPr>
              <a:defRPr sz="1050">
                <a:solidFill>
                  <a:srgbClr val="D1C4DE"/>
                </a:solidFill>
                <a:latin typeface="Calibri"/>
              </a:defRPr>
            </a:pPr>
            <a:r>
              <a:t>• Tested &amp; Deployed on Global Edge Cloud</a:t>
            </a:r>
            <a:br/>
            <a:r>
              <a:t>• 100% Responsive on Budget Smartphones</a:t>
            </a:r>
            <a:br/>
            <a:r>
              <a:t>• Full English &amp; Telugu Bilingual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822960"/>
            <a:ext cx="5669280" cy="438912"/>
          </a:xfrm>
          <a:prstGeom prst="roundRect">
            <a:avLst/>
          </a:prstGeom>
          <a:solidFill>
            <a:srgbClr val="2E164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/>
          <a:lstStyle/>
          <a:p>
            <a:pPr algn="ctr">
              <a:defRPr sz="1100" b="1">
                <a:solidFill>
                  <a:srgbClr val="F43F5E"/>
                </a:solidFill>
                <a:latin typeface="Arial"/>
              </a:defRPr>
            </a:pPr>
            <a:r>
              <a:t>🏆 INDIATHON — IIIT Bhubaneswar E-Cell × LearnApart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669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TRACK: BUILD YOUR MVP — 14-DAY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6692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Georgia"/>
              </a:defRPr>
            </a:pPr>
            <a:r>
              <a:t>StitchAble</a:t>
            </a:r>
          </a:p>
          <a:p>
            <a:pPr>
              <a:defRPr sz="1800">
                <a:solidFill>
                  <a:srgbClr val="F59E0B"/>
                </a:solidFill>
                <a:latin typeface="Georgia"/>
              </a:defRPr>
            </a:pPr>
            <a:r>
              <a:t>స్టిచ్‌ఏబుల్ • Learn It. Cut It. Stitch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66928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D1C4DE"/>
                </a:solidFill>
                <a:latin typeface="Calibri"/>
              </a:defRPr>
            </a:pPr>
            <a:r>
              <a:t>An AI-powered, bilingual vocational fashion design &amp; precision tailoring operating system. Transforming traditional tailoring education into a smart digital atelier for grassroots creators and micro-entrepreneurs.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5669280" cy="123444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TEAM NAME: AURELIA</a:t>
            </a:r>
          </a:p>
          <a:p>
            <a:pPr>
              <a:defRPr sz="1100">
                <a:solidFill>
                  <a:srgbClr val="D1C4DE"/>
                </a:solidFill>
                <a:latin typeface="Calibri"/>
              </a:defRPr>
            </a:pPr>
            <a:r>
              <a:t>Submission: Round 2 MVP / Functional Prototype Deck</a:t>
            </a:r>
            <a:br/>
            <a:r>
              <a:t>Repository: github.com/SadiyaBanu196/StitchAble</a:t>
            </a:r>
            <a:br/>
            <a:r>
              <a:t>Target Audience: 12M+ Indian Home-Tailors, Artisans &amp; Boutique Owners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THE GAP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The Tailoring Industry Crisis: Severe Barriers to Grassroots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1C4DE"/>
                </a:solidFill>
                <a:latin typeface="Calibri"/>
              </a:defRPr>
            </a:pPr>
            <a:r>
              <a:t>Why 80% of aspiring home-tailors struggle to achieve profitable, high-precision garment making.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320040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2800" b="1">
                <a:solidFill>
                  <a:srgbClr val="F43F5E"/>
                </a:solidFill>
                <a:latin typeface="Georgia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Severe Linguistic &amp; Literacy Barrier</a:t>
            </a:r>
          </a:p>
          <a:p>
            <a:pPr>
              <a:spcBef>
                <a:spcPts val="8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Most fashion tech and drafting software (CAD) is in complex English. Over 80% of micro-tailors in Tier 2/3 cities and rural India think in regional languages (e.g. Telugu) and lack localized instruction.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320040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2800" b="1">
                <a:solidFill>
                  <a:srgbClr val="F43F5E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High Error Rates in Manual Drafting</a:t>
            </a:r>
          </a:p>
          <a:p>
            <a:pPr>
              <a:spcBef>
                <a:spcPts val="8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Complex geometry (armhole depth, apex point, dart intake) is traditionally memorized via guesswork. Result: ill-fitting clothes, customer loss, and 30-40% fabric wastage.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320040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2800" b="1">
                <a:solidFill>
                  <a:srgbClr val="F43F5E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Expensive &amp; Inaccessible Training</a:t>
            </a:r>
          </a:p>
          <a:p>
            <a:pPr>
              <a:spcBef>
                <a:spcPts val="8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Commercial fashion design schools cost ₹40,000 to ₹1.5 Lakhs. Physical tailoring classes have rigid timings, making them inaccessible to women managing households.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320040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2800" b="1">
                <a:solidFill>
                  <a:srgbClr val="F43F5E"/>
                </a:solidFill>
                <a:latin typeface="Georgia"/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Zero On-Demand Technical Mentorship</a:t>
            </a:r>
          </a:p>
          <a:p>
            <a:pPr>
              <a:spcBef>
                <a:spcPts val="8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When sewing machines jam (bird-nesting, upper thread snapping, tension flaws), tailors lose days waiting for scarce mechanics, disrupting micro-business cash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07040" cy="1097280"/>
          </a:xfrm>
          <a:prstGeom prst="roundRect">
            <a:avLst/>
          </a:prstGeom>
          <a:solidFill>
            <a:srgbClr val="2E164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MARKET VALIDATION &amp; SOCIAL OPPORTUNITY IN INDIA: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• ₹4.5 Trillion Indian custom apparel &amp; tailoring ecosystem   • 12 Million+ unorganized tailors and home artisans</a:t>
            </a:r>
            <a:br/>
            <a:r>
              <a:t>• 70%+ are women seeking economic self-reliance via home micro-boutiques   • $120B+ market ripe for vernacular tech.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StitchAble: The Pocket Fashion Atelier &amp; Precision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1C4DE"/>
                </a:solidFill>
                <a:latin typeface="Calibri"/>
              </a:defRPr>
            </a:pPr>
            <a:r>
              <a:t>Transforming 6 master tailoring reference books into an interactive, bilingual web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afting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384048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4663440"/>
            <a:ext cx="3840480" cy="1371600"/>
          </a:xfrm>
          <a:prstGeom prst="roundRect">
            <a:avLst/>
          </a:prstGeom>
          <a:solidFill>
            <a:srgbClr val="2E164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LIVE MVP DEMONSTRATION: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https://stitchable.vercel.app/</a:t>
            </a:r>
          </a:p>
          <a:p>
            <a:pPr>
              <a:defRPr sz="1000">
                <a:solidFill>
                  <a:srgbClr val="D1C4DE"/>
                </a:solidFill>
              </a:defRPr>
            </a:pPr>
            <a:r>
              <a:t>Try drafting calculations, bilingual switch, &amp; AI voice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6309360" cy="1051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🌐 1-Click Bilingual Core (English + Telugu)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Every formula, drafting lesson, button, and AI response works seamlessly in both English and vernacular Telugu with authentic tailoring terminology (చంక లోతు, ఎపెక్స్ పాయింట్, కలిలు).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816352"/>
            <a:ext cx="6309360" cy="1051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📐 Automated CAD Pattern Drafting Calculator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Input basic body measurements. The system computes armhole depth, neck width, darts, ease, and renders a live dynamic SVG cutting layout matching exact proportions.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986784"/>
            <a:ext cx="6309360" cy="1051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🧠 'Master Ji' — AI Voice Tailoring Mentor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On-demand assistant answering drafting doubts, fabric matching, and fitting corrections with 1-click text-to-speech audio narration in English or Telugu.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5157216"/>
            <a:ext cx="6309360" cy="1051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🩺 Machine Doctor &amp; Fabric Meterage Optimizer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Visual diagnostic troubleshooter for machine tension flaws, paired with an exact roll-width converter (32" to 60") that prevents cloth over-purchasing.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BUILT IN 14-DAY MVP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Core MVP Features &amp; Functional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1C4DE"/>
                </a:solidFill>
                <a:latin typeface="Calibri"/>
              </a:defRPr>
            </a:pPr>
            <a:r>
              <a:t>Live functional modules addressing every stage of the garment creation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194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MODULE 01</a:t>
            </a:r>
          </a:p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Interactive Pattern Drafting Engine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Automates precision drafting mathematics for blouses, dresses &amp; kurtis.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Computes: Armhole = Chest/6 + 0.5", Apex = Chest/4 + 1.5", Neck = Chest/12.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Dynamic Live SVG Blueprint: Real-time rendering of bodice block, grainlines, fold directions, and 1.5" seam allowances.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66360" cy="2194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MODULE 02</a:t>
            </a:r>
          </a:p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'Master Ji' Voice AI Mentor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Tailoring-specialized AI trained on 6 industry curriculum books.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Quick-solve chips for shoulder slippage, fabric stretch, and thread tension.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Integrated Web Speech API: 1-click audio narration in English and Telugu for accessible hands-free learning while sewing.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166360" cy="2194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MODULE 03</a:t>
            </a:r>
          </a:p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Smart Fabric Meterage Estimator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Solves customer fabric estimation guesswork.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Select garment silhouette (Blouse, 20-Kali Anarkali, Patiala, Skirt).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Calculates exact yardage based on roll width (32", 36", 44", 54", 60") with shrinkage buffers and cutting layouts.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166360" cy="2194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MODULE 04</a:t>
            </a:r>
          </a:p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Sewing Machine Diagnostic Doctor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Interactive visual troubleshooting flow.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Instant remedies for bird-nesting bobbins, upper thread snapping, and skipped stitches.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Compatibility chart matching needle sizes (9 to 18) with silk, chiffon, denim, and cotton.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ENGINEERING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Modern, Lightweight &amp; Ultra-Fast 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1C4DE"/>
                </a:solidFill>
                <a:latin typeface="Calibri"/>
              </a:defRPr>
            </a:pPr>
            <a:r>
              <a:t>Engineered for high performance, zero barrier to entry, and instant mobile loading.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194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⚡ Vanilla Web Core &amp; CAD Engine</a:t>
            </a:r>
          </a:p>
          <a:p>
            <a:pPr>
              <a:defRPr sz="1100" b="1">
                <a:solidFill>
                  <a:srgbClr val="F43F5E"/>
                </a:solidFill>
                <a:latin typeface="Calibri"/>
              </a:defRPr>
            </a:pPr>
            <a:r>
              <a:t>HTML5, CSS3 Luxury Atelier Theme &amp; ES6+ JavaScript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Zero framework bloat: No heavy React/Angular bundle downloads.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Loads in under 0.8 seconds on 3G/4G networks in rural India.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Custom SVG Vector Drafting Engine for real-time mathematical garment schematics.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66360" cy="2194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🗣️ Bilingual i18n &amp; Voice Synthesis</a:t>
            </a:r>
          </a:p>
          <a:p>
            <a:pPr>
              <a:defRPr sz="1100" b="1">
                <a:solidFill>
                  <a:srgbClr val="F43F5E"/>
                </a:solidFill>
                <a:latin typeface="Calibri"/>
              </a:defRPr>
            </a:pPr>
            <a:r>
              <a:t>Web Speech API &amp; Dual-Language Data Models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Comprehensive Telugu &amp; English technical tailoring dictionaries.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Browser-native Text-To-Speech (TTS) synthesis with zero latency.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Dynamic DOM localization without page reloads.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166360" cy="2194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🧠 AI Mentor Intelligence Engine</a:t>
            </a:r>
          </a:p>
          <a:p>
            <a:pPr>
              <a:defRPr sz="1100" b="1">
                <a:solidFill>
                  <a:srgbClr val="F43F5E"/>
                </a:solidFill>
                <a:latin typeface="Calibri"/>
              </a:defRPr>
            </a:pPr>
            <a:r>
              <a:t>Curated Knowledge Base + Gemini/Groq LLM Pipeline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Structured decision tree for 100+ standard tailoring failure modes.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Fast-response instant doubt chips for immediate solutions.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Extensible live LLM integration fallback for free-form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166360" cy="219456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☁️ Cloud Serverless Deployment</a:t>
            </a:r>
          </a:p>
          <a:p>
            <a:pPr>
              <a:defRPr sz="1100" b="1">
                <a:solidFill>
                  <a:srgbClr val="F43F5E"/>
                </a:solidFill>
                <a:latin typeface="Calibri"/>
              </a:defRPr>
            </a:pPr>
            <a:r>
              <a:t>Vercel Edge Platform &amp; Git CI/CD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Live at: https://stitchable.vercel.app/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Continuous integration connected to GitHub repository.</a:t>
            </a:r>
          </a:p>
          <a:p>
            <a:pPr>
              <a:spcBef>
                <a:spcPts val="3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PWA-ready design: Works smoothly across Android &amp; iOS browsers.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SUSTAINABILITY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Business Model, Monetization &amp; Social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1C4DE"/>
                </a:solidFill>
                <a:latin typeface="Calibri"/>
              </a:defRPr>
            </a:pPr>
            <a:r>
              <a:t>How StitchAble scales from an MVP into a self-sustaining vocational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365760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TIER 1 • COMMUNITY FREEMIUM</a:t>
            </a:r>
          </a:p>
          <a:p>
            <a:pPr>
              <a:spcBef>
                <a:spcPts val="400"/>
              </a:spcBef>
              <a:defRPr sz="1400" b="1">
                <a:solidFill>
                  <a:srgbClr val="F59E0B"/>
                </a:solidFill>
                <a:latin typeface="Arial"/>
              </a:defRPr>
            </a:pPr>
            <a:r>
              <a:t>Grassroots Access (Free)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Full access to 6-discipline foundation tailoring lessons.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Standard bodice pattern drafting calculator.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Essential sewing machine troubleshooting wizard.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Bilingual English/Telugu toggle for all public modules.</a:t>
            </a:r>
          </a:p>
          <a:p>
            <a:pPr>
              <a:spcBef>
                <a:spcPts val="1000"/>
              </a:spcBef>
              <a:defRPr sz="1050" b="1">
                <a:solidFill>
                  <a:srgbClr val="FFFFFF"/>
                </a:solidFill>
                <a:latin typeface="Calibri"/>
              </a:defRPr>
            </a:pPr>
            <a:r>
              <a:t>Goal: Maximum viral adoption among rural women &amp; self-help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645920"/>
            <a:ext cx="3364992" cy="365760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TIER 2 • STITCHABLE PRO</a:t>
            </a:r>
          </a:p>
          <a:p>
            <a:pPr>
              <a:spcBef>
                <a:spcPts val="400"/>
              </a:spcBef>
              <a:defRPr sz="1400" b="1">
                <a:solidFill>
                  <a:srgbClr val="F59E0B"/>
                </a:solidFill>
                <a:latin typeface="Arial"/>
              </a:defRPr>
            </a:pPr>
            <a:r>
              <a:t>Boutique &amp; Creator Tier (₹299/mo)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Full AI Voice Mentor unlimited interactive queries.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Downloadable 1:1 scale printable PDF pattern tiles (A4 / Plotter).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Advanced designer patterns: Bridal lehengas, princess cuts, blazers.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Customer measurement vault and cloud order tracker.</a:t>
            </a:r>
          </a:p>
          <a:p>
            <a:pPr>
              <a:spcBef>
                <a:spcPts val="1000"/>
              </a:spcBef>
              <a:defRPr sz="1050" b="1">
                <a:solidFill>
                  <a:srgbClr val="FFFFFF"/>
                </a:solidFill>
                <a:latin typeface="Calibri"/>
              </a:defRPr>
            </a:pPr>
            <a:r>
              <a:t>Goal: Direct monetization from 500,000+ commercial micro-boutiques.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645920"/>
            <a:ext cx="3364992" cy="3657600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TIER 3 • INSTITUTIONAL B2B</a:t>
            </a:r>
          </a:p>
          <a:p>
            <a:pPr>
              <a:spcBef>
                <a:spcPts val="400"/>
              </a:spcBef>
              <a:defRPr sz="1400" b="1">
                <a:solidFill>
                  <a:srgbClr val="F59E0B"/>
                </a:solidFill>
                <a:latin typeface="Arial"/>
              </a:defRPr>
            </a:pPr>
            <a:r>
              <a:t>Vocational &amp; CSR Licensing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Custom LMS white-labeling for government skill centers.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Tie-ups with Skill India, PMKVY, and textile colleges.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Student progress tracking and automated assessment tests.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Bulk hardware-tablet pre-installs for rural vocational labs.</a:t>
            </a:r>
          </a:p>
          <a:p>
            <a:pPr>
              <a:spcBef>
                <a:spcPts val="1000"/>
              </a:spcBef>
              <a:defRPr sz="1050" b="1">
                <a:solidFill>
                  <a:srgbClr val="FFFFFF"/>
                </a:solidFill>
                <a:latin typeface="Calibri"/>
              </a:defRPr>
            </a:pPr>
            <a:r>
              <a:t>Goal: High-ticket recurring institutional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07040" cy="822960"/>
          </a:xfrm>
          <a:prstGeom prst="roundRect">
            <a:avLst/>
          </a:prstGeom>
          <a:solidFill>
            <a:srgbClr val="2E164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10B981"/>
                </a:solidFill>
                <a:latin typeface="Arial"/>
              </a:defRPr>
            </a:pPr>
            <a:r>
              <a:t>🌱 SUSTAINABILITY &amp; EMPOWERMENT IMPACT: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Eliminates 25% textile landfill waste via precision roll estimation   • Powers financial independence for stay-at-home mothers &amp; rural artisans.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EXECUTION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14-Day MVP Achievements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1C4DE"/>
                </a:solidFill>
                <a:latin typeface="Calibri"/>
              </a:defRPr>
            </a:pPr>
            <a:r>
              <a:t>From a 14-day hackathon challenge to an empowering movement in vocational fashion tech.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749039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✅ COMPLETED IN 14-DAY MVP SPRINT: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Transformed 6 Comprehensive Tailoring Master Reference Books into a unified digital curriculum.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Engineered real-time bilingual engine (English 🇬🇧 &amp; Telugu 🇮🇳) across the entire application.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Built mathematical CAD pattern drafting calculator with live interactive SVG schematics.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Integrated 'Master Ji' AI mentor with real-time text-to-speech audio doubt clarification.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Developed sewing machine diagnostic troubleshooter &amp; roll-width yardage optimizer.</a:t>
            </a:r>
          </a:p>
          <a:p>
            <a:pPr>
              <a:spcBef>
                <a:spcPts val="4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Deployed to global production on Vercel Edge with clean URL routing &amp; zero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3749039"/>
          </a:xfrm>
          <a:prstGeom prst="roundRect">
            <a:avLst/>
          </a:prstGeom>
          <a:solidFill>
            <a:srgbClr val="221030"/>
          </a:solidFill>
          <a:ln w="15240">
            <a:solidFill>
              <a:srgbClr val="582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🚀 NEXT 30–90 DAYS EXPANSION ROADMAP:</a:t>
            </a:r>
          </a:p>
          <a:p>
            <a:pPr>
              <a:spcBef>
                <a:spcPts val="6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📸 AI Camera Body Scanning: Extract body dimensions automatically using smartphone camera computer vision.</a:t>
            </a:r>
          </a:p>
          <a:p>
            <a:pPr>
              <a:spcBef>
                <a:spcPts val="6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🖨️ PDF Printable Patterns: 1-Click export of 100% life-size pattern sheets formatted for A4 home printers.</a:t>
            </a:r>
          </a:p>
          <a:p>
            <a:pPr>
              <a:spcBef>
                <a:spcPts val="6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🗣️ Multi-Language Voice: Expand Telugu TTS to Hindi, Tamil, Kannada, and Marathi regional vernaculars.</a:t>
            </a:r>
          </a:p>
          <a:p>
            <a:pPr>
              <a:spcBef>
                <a:spcPts val="600"/>
              </a:spcBef>
              <a:defRPr sz="1100">
                <a:solidFill>
                  <a:srgbClr val="D1C4DE"/>
                </a:solidFill>
                <a:latin typeface="Calibri"/>
              </a:defRPr>
            </a:pPr>
            <a:r>
              <a:t>• 🤝 Tailor-Client Order Marketplace: Allow local customers to upload design photos and match with certified StitchAble home tailors.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607040" cy="914400"/>
          </a:xfrm>
          <a:prstGeom prst="roundRect">
            <a:avLst/>
          </a:prstGeom>
          <a:solidFill>
            <a:srgbClr val="2E164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TEAM AURELIA • SUBMISSION SUMMARY: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🌐 Live MVP Prototype: https://stitchable.vercel.app/   |   💻 GitHub: github.com/SadiyaBanu196/StitchAble</a:t>
            </a:r>
            <a:br/>
            <a:r>
              <a:t>Event: Indiathon – Powered by E-Cell IIIT Bhubaneswar &amp; LearnApart (Build Your MVP – 14 Day Challenge)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